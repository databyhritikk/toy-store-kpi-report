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Toy Store KPI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Generated by Hritik Gupta | </a:t>
            </a:r>
            <a:r>
              <a:rPr lang="en-US"/>
              <a:t>PowerBi</a:t>
            </a:r>
            <a:r>
              <a:t> Dashboard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presents a detailed KPI dashboard for a toy store using Power BI.</a:t>
            </a:r>
          </a:p>
          <a:p>
            <a:endParaRPr/>
          </a:p>
          <a:p>
            <a:r>
              <a:t>The goal is to monitor and evaluate sales and inventory performance over time, providing actionable insights into product performance, store-level revenue, and time-based sales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File Used: Toy Store KPI Report.pbix</a:t>
            </a:r>
          </a:p>
          <a:p>
            <a:r>
              <a:t>- Format: Power BI Desktop File</a:t>
            </a:r>
          </a:p>
          <a:p>
            <a:r>
              <a:t>- Contains: Transactional sales data, product categories, unit prices, store-level info, and time periods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Cleaning: Verified and transformed columns for consistency.</a:t>
            </a:r>
          </a:p>
          <a:p>
            <a:r>
              <a:t>2. KPI Calculation: Created measures for Total Revenue, Total Quantity, Profit Margin, and YoY changes.</a:t>
            </a:r>
          </a:p>
          <a:p>
            <a:r>
              <a:t>3. Visualizations: Added cards, bar charts, line graphs, and filters for deep analysis.</a:t>
            </a:r>
          </a:p>
          <a:p>
            <a:r>
              <a:t>4. Time-Based Slicing: Enabled month/year filters for trend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Revenue peaked in certain months, showing strong seasonality in toy sales.</a:t>
            </a:r>
          </a:p>
          <a:p>
            <a:r>
              <a:t>- Specific product categories dominated overall profits and revenue.</a:t>
            </a:r>
          </a:p>
          <a:p>
            <a:r>
              <a:t>- Certain store locations outperformed others consistently.</a:t>
            </a:r>
          </a:p>
          <a:p>
            <a:r>
              <a:t>- Year-over-Year growth tracked well for both revenue and quantity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customer demographic analysis to understand buying behavior.</a:t>
            </a:r>
          </a:p>
          <a:p>
            <a:r>
              <a:t>- Integrate forecasting tools for better inventory and demand planning.</a:t>
            </a:r>
          </a:p>
          <a:p>
            <a:r>
              <a:t>- Combine with Excel automation for regular KPI reporting.</a:t>
            </a:r>
          </a:p>
          <a:p>
            <a:r>
              <a:t>- Include customer satisfaction or NPS scores for deeper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Toy Store KPI Dashboard Analysis</vt:lpstr>
      <vt:lpstr>Overview</vt:lpstr>
      <vt:lpstr>Data Source</vt:lpstr>
      <vt:lpstr>Key Steps</vt:lpstr>
      <vt:lpstr>Key Findings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Hritik Gupta</cp:lastModifiedBy>
  <cp:revision>2</cp:revision>
  <dcterms:created xsi:type="dcterms:W3CDTF">2013-01-27T09:14:16Z</dcterms:created>
  <dcterms:modified xsi:type="dcterms:W3CDTF">2025-05-02T19:57:44Z</dcterms:modified>
  <cp:category/>
</cp:coreProperties>
</file>